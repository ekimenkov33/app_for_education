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Lora" panose="020B0604020202020204" charset="-52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28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52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8431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81A2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528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335768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Разработка образовательного приложения с использованием PyQt5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5510808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Ученик 11 «А» класса Екименков А.П. 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1882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Задача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962156"/>
            <a:ext cx="3491627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Краткое описание задачи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553420"/>
            <a:ext cx="6185535" cy="2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Разрабатываемое приложение должно предоставлять пользователю доступ к теоретическим материалам по программированию, а также возможность проходить тестовые задания</a:t>
            </a:r>
            <a:r>
              <a:rPr lang="en-US" sz="1850" b="1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Основная задача — объединить изучение и практику в одном интуитивно понятном приложении, которое не требует подключения к интернету.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761" y="1022033"/>
            <a:ext cx="6185535" cy="6185535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12674009" y="7740502"/>
            <a:ext cx="1956391" cy="404037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01240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Обзор методов разработки десктопного приложения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406824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Описание метода 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779169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Для реализации проекта выбран язык Python с использованием библиотеки PyQt5 — кроссплатформенного инструмента для построения графического интерфейса. В качестве системы управления базой данных используется SQLite, что позволяет хранить данные локально без необходимости установки отдельного сервера.</a:t>
            </a:r>
            <a:endParaRPr lang="en-US" sz="185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674009" y="7740502"/>
            <a:ext cx="1956391" cy="404037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1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7352" y="563642"/>
            <a:ext cx="7709297" cy="1205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Альтернативные методы разработки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717352" y="2076688"/>
            <a:ext cx="7709297" cy="1162050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5" name="Text 2"/>
          <p:cNvSpPr/>
          <p:nvPr/>
        </p:nvSpPr>
        <p:spPr>
          <a:xfrm>
            <a:off x="922258" y="2281595"/>
            <a:ext cx="241149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Tkinter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22258" y="2705814"/>
            <a:ext cx="7299484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Базовая библиотека для создания GUI-приложений на Python.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7352" y="3443645"/>
            <a:ext cx="7709297" cy="1162050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8" name="Text 5"/>
          <p:cNvSpPr/>
          <p:nvPr/>
        </p:nvSpPr>
        <p:spPr>
          <a:xfrm>
            <a:off x="922258" y="3648551"/>
            <a:ext cx="241149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Kivy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22258" y="4072771"/>
            <a:ext cx="7299484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Фреймворк для создания мобильных и десктопных приложений.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17352" y="4810601"/>
            <a:ext cx="7709297" cy="1490067"/>
          </a:xfrm>
          <a:prstGeom prst="roundRect">
            <a:avLst>
              <a:gd name="adj" fmla="val 2063"/>
            </a:avLst>
          </a:prstGeom>
          <a:solidFill>
            <a:srgbClr val="444752"/>
          </a:solidFill>
          <a:ln/>
        </p:spPr>
      </p:sp>
      <p:sp>
        <p:nvSpPr>
          <p:cNvPr id="11" name="Text 8"/>
          <p:cNvSpPr/>
          <p:nvPr/>
        </p:nvSpPr>
        <p:spPr>
          <a:xfrm>
            <a:off x="922258" y="5015508"/>
            <a:ext cx="241149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Electron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22258" y="5439728"/>
            <a:ext cx="7299484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Подходит для создания кроссплатформенных приложений с использованием JavaScript, HTML, CSS.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17352" y="6505575"/>
            <a:ext cx="7709297" cy="1162050"/>
          </a:xfrm>
          <a:prstGeom prst="roundRect">
            <a:avLst>
              <a:gd name="adj" fmla="val 2646"/>
            </a:avLst>
          </a:prstGeom>
          <a:solidFill>
            <a:srgbClr val="444752"/>
          </a:solidFill>
          <a:ln/>
        </p:spPr>
      </p:sp>
      <p:sp>
        <p:nvSpPr>
          <p:cNvPr id="14" name="Text 11"/>
          <p:cNvSpPr/>
          <p:nvPr/>
        </p:nvSpPr>
        <p:spPr>
          <a:xfrm>
            <a:off x="922258" y="6710482"/>
            <a:ext cx="2411492" cy="301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JavaFX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22258" y="7134701"/>
            <a:ext cx="7299484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Технология для создания GUI-приложений на языке Java.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725" y="1650325"/>
            <a:ext cx="4928949" cy="492894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67093" y="614720"/>
            <a:ext cx="7582614" cy="1312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Архитектура и описание программы</a:t>
            </a:r>
            <a:endParaRPr lang="en-US" sz="410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7093" y="2261354"/>
            <a:ext cx="1115258" cy="133838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716917" y="2484358"/>
            <a:ext cx="525279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Модуль регистрации/входа (LoginDialog)</a:t>
            </a:r>
            <a:endParaRPr lang="en-US" sz="2050" dirty="0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7093" y="3599736"/>
            <a:ext cx="1115258" cy="1338382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7716917" y="3822740"/>
            <a:ext cx="6132790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Вкладки с учебным материалом (Python, JavaScript, CSS)</a:t>
            </a:r>
            <a:endParaRPr lang="en-US" sz="205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7093" y="4938117"/>
            <a:ext cx="1115258" cy="1338382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7716917" y="5161121"/>
            <a:ext cx="6132790" cy="656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Модуль викторины с таймером и подсчётом баллов</a:t>
            </a:r>
            <a:endParaRPr lang="en-US" sz="2050" dirty="0"/>
          </a:p>
        </p:txBody>
      </p:sp>
      <p:pic>
        <p:nvPicPr>
          <p:cNvPr id="1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7093" y="6276499"/>
            <a:ext cx="1115258" cy="1338382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7716917" y="6499503"/>
            <a:ext cx="3889891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Личный кабинет пользователя</a:t>
            </a:r>
            <a:endParaRPr lang="en-US" sz="2050" dirty="0"/>
          </a:p>
        </p:txBody>
      </p:sp>
      <p:sp>
        <p:nvSpPr>
          <p:cNvPr id="13" name="Прямоугольник 12"/>
          <p:cNvSpPr/>
          <p:nvPr/>
        </p:nvSpPr>
        <p:spPr>
          <a:xfrm>
            <a:off x="12674009" y="7740502"/>
            <a:ext cx="1956391" cy="404037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968" y="546854"/>
            <a:ext cx="6664881" cy="584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Алгоритм работы программы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7303770" y="1527929"/>
            <a:ext cx="22860" cy="6154817"/>
          </a:xfrm>
          <a:prstGeom prst="roundRect">
            <a:avLst>
              <a:gd name="adj" fmla="val 130292"/>
            </a:avLst>
          </a:prstGeom>
          <a:solidFill>
            <a:srgbClr val="5D606B"/>
          </a:solidFill>
          <a:ln/>
        </p:spPr>
      </p:sp>
      <p:sp>
        <p:nvSpPr>
          <p:cNvPr id="4" name="Shape 2"/>
          <p:cNvSpPr/>
          <p:nvPr/>
        </p:nvSpPr>
        <p:spPr>
          <a:xfrm>
            <a:off x="6519029" y="1963222"/>
            <a:ext cx="595670" cy="22860"/>
          </a:xfrm>
          <a:prstGeom prst="roundRect">
            <a:avLst>
              <a:gd name="adj" fmla="val 130292"/>
            </a:avLst>
          </a:prstGeom>
          <a:solidFill>
            <a:srgbClr val="5D606B"/>
          </a:solidFill>
          <a:ln/>
        </p:spPr>
      </p:sp>
      <p:sp>
        <p:nvSpPr>
          <p:cNvPr id="5" name="Shape 3"/>
          <p:cNvSpPr/>
          <p:nvPr/>
        </p:nvSpPr>
        <p:spPr>
          <a:xfrm>
            <a:off x="7091839" y="1751290"/>
            <a:ext cx="446723" cy="446723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6" name="Text 4"/>
          <p:cNvSpPr/>
          <p:nvPr/>
        </p:nvSpPr>
        <p:spPr>
          <a:xfrm>
            <a:off x="7175063" y="1799451"/>
            <a:ext cx="280273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986451" y="1726406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Запуск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94968" y="2137410"/>
            <a:ext cx="562748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Открывается окно входа или регистрации.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515701" y="2955846"/>
            <a:ext cx="595670" cy="22860"/>
          </a:xfrm>
          <a:prstGeom prst="roundRect">
            <a:avLst>
              <a:gd name="adj" fmla="val 130292"/>
            </a:avLst>
          </a:prstGeom>
          <a:solidFill>
            <a:srgbClr val="5D606B"/>
          </a:solidFill>
          <a:ln/>
        </p:spPr>
      </p:sp>
      <p:sp>
        <p:nvSpPr>
          <p:cNvPr id="10" name="Shape 8"/>
          <p:cNvSpPr/>
          <p:nvPr/>
        </p:nvSpPr>
        <p:spPr>
          <a:xfrm>
            <a:off x="7091839" y="2743914"/>
            <a:ext cx="446723" cy="446723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1" name="Text 9"/>
          <p:cNvSpPr/>
          <p:nvPr/>
        </p:nvSpPr>
        <p:spPr>
          <a:xfrm>
            <a:off x="7175063" y="2792075"/>
            <a:ext cx="280273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307943" y="2719030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Главное окно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07943" y="3130034"/>
            <a:ext cx="562748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После успешного входа открывается главное окно с вкладками.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19029" y="3849291"/>
            <a:ext cx="595670" cy="22860"/>
          </a:xfrm>
          <a:prstGeom prst="roundRect">
            <a:avLst>
              <a:gd name="adj" fmla="val 130292"/>
            </a:avLst>
          </a:prstGeom>
          <a:solidFill>
            <a:srgbClr val="5D606B"/>
          </a:solidFill>
          <a:ln/>
        </p:spPr>
      </p:sp>
      <p:sp>
        <p:nvSpPr>
          <p:cNvPr id="15" name="Shape 13"/>
          <p:cNvSpPr/>
          <p:nvPr/>
        </p:nvSpPr>
        <p:spPr>
          <a:xfrm>
            <a:off x="7091839" y="3637359"/>
            <a:ext cx="446723" cy="446723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16" name="Text 14"/>
          <p:cNvSpPr/>
          <p:nvPr/>
        </p:nvSpPr>
        <p:spPr>
          <a:xfrm>
            <a:off x="7175063" y="3685520"/>
            <a:ext cx="280273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986451" y="3612475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Изучение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94968" y="4023479"/>
            <a:ext cx="562748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Пользователь может изучать теорию по одному из языков программирования.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515701" y="4742736"/>
            <a:ext cx="595670" cy="22860"/>
          </a:xfrm>
          <a:prstGeom prst="roundRect">
            <a:avLst>
              <a:gd name="adj" fmla="val 130292"/>
            </a:avLst>
          </a:prstGeom>
          <a:solidFill>
            <a:srgbClr val="5D606B"/>
          </a:solidFill>
          <a:ln/>
        </p:spPr>
      </p:sp>
      <p:sp>
        <p:nvSpPr>
          <p:cNvPr id="20" name="Shape 18"/>
          <p:cNvSpPr/>
          <p:nvPr/>
        </p:nvSpPr>
        <p:spPr>
          <a:xfrm>
            <a:off x="7091839" y="4530804"/>
            <a:ext cx="446723" cy="446723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21" name="Text 19"/>
          <p:cNvSpPr/>
          <p:nvPr/>
        </p:nvSpPr>
        <p:spPr>
          <a:xfrm>
            <a:off x="7175063" y="4578965"/>
            <a:ext cx="280273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307943" y="4505920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Викторина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07943" y="4916924"/>
            <a:ext cx="562748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Пользователь отвечает на вопросы, зарабатывает баллы.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6519029" y="5636181"/>
            <a:ext cx="595670" cy="22860"/>
          </a:xfrm>
          <a:prstGeom prst="roundRect">
            <a:avLst>
              <a:gd name="adj" fmla="val 130292"/>
            </a:avLst>
          </a:prstGeom>
          <a:solidFill>
            <a:srgbClr val="5D606B"/>
          </a:solidFill>
          <a:ln/>
        </p:spPr>
      </p:sp>
      <p:sp>
        <p:nvSpPr>
          <p:cNvPr id="25" name="Shape 23"/>
          <p:cNvSpPr/>
          <p:nvPr/>
        </p:nvSpPr>
        <p:spPr>
          <a:xfrm>
            <a:off x="7091839" y="5424249"/>
            <a:ext cx="446723" cy="446723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26" name="Text 24"/>
          <p:cNvSpPr/>
          <p:nvPr/>
        </p:nvSpPr>
        <p:spPr>
          <a:xfrm>
            <a:off x="7175063" y="5472410"/>
            <a:ext cx="280273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986451" y="5399365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Результаты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94968" y="5810369"/>
            <a:ext cx="5627489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Результаты тестирования сохраняются в базе данных.</a:t>
            </a:r>
            <a:endParaRPr lang="en-US" sz="1550" dirty="0"/>
          </a:p>
        </p:txBody>
      </p:sp>
      <p:sp>
        <p:nvSpPr>
          <p:cNvPr id="29" name="Shape 27"/>
          <p:cNvSpPr/>
          <p:nvPr/>
        </p:nvSpPr>
        <p:spPr>
          <a:xfrm>
            <a:off x="7515701" y="6529626"/>
            <a:ext cx="595670" cy="22860"/>
          </a:xfrm>
          <a:prstGeom prst="roundRect">
            <a:avLst>
              <a:gd name="adj" fmla="val 130292"/>
            </a:avLst>
          </a:prstGeom>
          <a:solidFill>
            <a:srgbClr val="5D606B"/>
          </a:solidFill>
          <a:ln/>
        </p:spPr>
      </p:sp>
      <p:sp>
        <p:nvSpPr>
          <p:cNvPr id="30" name="Shape 28"/>
          <p:cNvSpPr/>
          <p:nvPr/>
        </p:nvSpPr>
        <p:spPr>
          <a:xfrm>
            <a:off x="7091839" y="6317694"/>
            <a:ext cx="446723" cy="446723"/>
          </a:xfrm>
          <a:prstGeom prst="roundRect">
            <a:avLst>
              <a:gd name="adj" fmla="val 6667"/>
            </a:avLst>
          </a:prstGeom>
          <a:solidFill>
            <a:srgbClr val="444752"/>
          </a:solidFill>
          <a:ln/>
        </p:spPr>
      </p:sp>
      <p:sp>
        <p:nvSpPr>
          <p:cNvPr id="31" name="Text 29"/>
          <p:cNvSpPr/>
          <p:nvPr/>
        </p:nvSpPr>
        <p:spPr>
          <a:xfrm>
            <a:off x="7175063" y="6365855"/>
            <a:ext cx="280273" cy="3504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07943" y="6292810"/>
            <a:ext cx="2336006" cy="291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Личный кабинет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307943" y="6703814"/>
            <a:ext cx="5627489" cy="635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В личном кабинете отображается имя пользователя, логин и лучший результат.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92" y="1711842"/>
            <a:ext cx="8875872" cy="47151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32658" y="3463528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UI интерфейс</a:t>
            </a:r>
            <a:endParaRPr lang="en-US" sz="4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2674009" y="7740502"/>
            <a:ext cx="1956391" cy="404037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102763"/>
            <a:ext cx="700754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Результаты тестирования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405068"/>
            <a:ext cx="322230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Проверка функционала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996333"/>
            <a:ext cx="6185535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Было проведено тестирование ключевых функций: регистрация, вход, отображение вкладок, запуск викторины, сохранение результатов. Приложение стабильно работает на ОС Windows и Linux. Интерфейс корректно адаптируется под разные разрешения экрана.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7614761" y="3405068"/>
            <a:ext cx="488942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Пример 1. Прохождение викторины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614761" y="3996333"/>
            <a:ext cx="6185535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Пользователь вошёл в систему, открыл вкладку 'Викторина', ответил на 10 вопросов. Было начислено 2300 баллов, результат сохранён в профиль. Интерфейс отразил баллы, таймер сработал корректно, а по завершению вывелся итог.</a:t>
            </a:r>
            <a:endParaRPr lang="en-US" sz="185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2674009" y="7740502"/>
            <a:ext cx="1956391" cy="404037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8058" y="2867501"/>
            <a:ext cx="8278058" cy="553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Примеры использования и интерфейс</a:t>
            </a:r>
            <a:endParaRPr lang="en-US" sz="3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058" y="3735348"/>
            <a:ext cx="470059" cy="47005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16117" y="3702487"/>
            <a:ext cx="2212062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Python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1316117" y="4091702"/>
            <a:ext cx="12656225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Изучение материала на вкладке Python.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058" y="4989314"/>
            <a:ext cx="470059" cy="47005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316117" y="4956453"/>
            <a:ext cx="2212062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1316117" y="5345668"/>
            <a:ext cx="12656225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Изучение материала на вкладке JavaScript.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058" y="6243280"/>
            <a:ext cx="470059" cy="47005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316117" y="6210419"/>
            <a:ext cx="2212062" cy="276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D6E5EF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CSS/HTML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1316117" y="6599634"/>
            <a:ext cx="12656225" cy="3007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Изучение материала на вкладке CSS/HTML.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58058" y="7111841"/>
            <a:ext cx="13314283" cy="601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На вкладках 'Python', ‘JavaScript’, ‘CSS/HTML’ пользователь может изучать материал. Навигация, отображение кода и прокрутка работали без сбоев. Содержимое загружалось из встроенных HTML-блоков, поддерживались заголовки и подсветка кода.</a:t>
            </a:r>
            <a:endParaRPr lang="en-US" sz="1450" dirty="0"/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111109"/>
            <a:ext cx="14780717" cy="6944809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12674009" y="7740502"/>
            <a:ext cx="1956391" cy="404037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3795713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98AC7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Выводы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858703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В результате проекта было создано функциональное образовательное приложение на PyQt5, включающее визуальный интерфейс, систему тестирования и хранения данных. Программа удобна для локального использования в школе, может быть дополнена новыми разделами и расширена до сетевого приложения.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6276975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6E5E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Основные элементы кода включают класс LoginDialog для регистрации и авторизации пользователей, класс StudyApp для реализации вкладок, интерфейса, викторины и профиля, работу с SQLite через sqlite3, и использование QTimer, QLabel, QTextEdit, QPushButton, QRadioButton и др.</a:t>
            </a:r>
            <a:endParaRPr lang="en-US" sz="185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12674009" y="7740502"/>
            <a:ext cx="1956391" cy="404037"/>
          </a:xfrm>
          <a:prstGeom prst="rect">
            <a:avLst/>
          </a:prstGeom>
          <a:solidFill>
            <a:srgbClr val="252833"/>
          </a:solidFill>
          <a:ln>
            <a:solidFill>
              <a:srgbClr val="2528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490</Words>
  <Application>Microsoft Office PowerPoint</Application>
  <PresentationFormat>Произвольный</PresentationFormat>
  <Paragraphs>68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Source Sans Pro</vt:lpstr>
      <vt:lpstr>Lora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Aleksandr</cp:lastModifiedBy>
  <cp:revision>2</cp:revision>
  <dcterms:created xsi:type="dcterms:W3CDTF">2025-04-15T23:17:32Z</dcterms:created>
  <dcterms:modified xsi:type="dcterms:W3CDTF">2025-04-15T23:20:31Z</dcterms:modified>
</cp:coreProperties>
</file>